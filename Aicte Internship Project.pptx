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" TargetMode="External"/><Relationship Id="rId2" Type="http://schemas.openxmlformats.org/officeDocument/2006/relationships/hyperlink" Target="https://opencv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ython.org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PARKING SPACE DETECTION USING YOLOv8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 YASHITHA S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AMC ENGINEERING COLLEGE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CSE(DATA SCIENCE)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418CA6D-503B-8066-ED5D-FE0B4CBC5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73" y="2158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 areas face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parking congestion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increasing vehicle population.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Drivers waste significant time searching for available parking spaces.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monitoring of parking lots is inefficient and error-prone.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real-time parking availability information leads to traffic congestion and fuel wastage.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are costly as they rely on hardware sensors for each parking slot.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FA55BD8C-565B-0FD6-1887-3A28F63CC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27" y="223415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Vision-based Parking Space Detection System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OpenCV.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parking lot images or video feed through a camera.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 parking slots using a slot selection tool.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each frame to detect whether a slot is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Occupied or Free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real-time slot status and count of available spaces.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cost-effective solution without requiring physical sensors.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06011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C265DB-A85A-BD07-510C-1D66C6156C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025" y="345440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Acquisition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parking lot images or real-time video using a CCTV/camera feed.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Parking Slot Selection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Manually mark parking spaces using a slot selection tool.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slot coordinates for further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Pre-Processing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frames to grayscale.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Gaussian blur to reduce noise.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thresholding to highlight vehicles.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Extraction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 Region of Interest (ROI) for each marked slot.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pixel intensity to detect vehicle presence.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pixel count exceeds threshold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Occupied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pixel count is below threshold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&amp; Output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real-time results with colored bounding boxes.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total number of available and occupied spaces.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06F95E-9B41-7FDF-EEEA-027508039B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025" y="1237893"/>
            <a:ext cx="629210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video frame from camera or load parking lot video.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saved parking slot coordinates.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each frame: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image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grayscale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Gaussian Blur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reduce noise.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Thresholding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highlight vehicles.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 Blur &amp; Dilation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object clarity.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each parking slot (ROI):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 the region.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non-zero pixels.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pixel count &gt; threshold → Mark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Occupied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Else → Mark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slot status with colored rectangles.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total free parking 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 for next frame.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Deployment was done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loacaly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7D018B-B685-76AF-0C22-D913E0714E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025" y="1763276"/>
            <a:ext cx="1012649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detected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occupied and vacant parking spaces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computer vision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processing of video frames with accurate slot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🟢 Free slots (Green bounding box)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🔴 Occupied slots (Red bounding box)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Generated live count of available parking spaces.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need for manual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cost-effective alternative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sensor-based parking systems.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008F30-8F87-0FBB-EDF8-24675CAFC5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53" t="6606" r="16107" b="42773"/>
          <a:stretch>
            <a:fillRect/>
          </a:stretch>
        </p:blipFill>
        <p:spPr>
          <a:xfrm>
            <a:off x="6096000" y="2627722"/>
            <a:ext cx="5703216" cy="303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Successfully developed a </a:t>
            </a:r>
            <a:r>
              <a:rPr lang="en-US" sz="2000" b="1" dirty="0"/>
              <a:t>Computer Vision-based Parking Space Detection System</a:t>
            </a:r>
            <a:r>
              <a:rPr lang="en-US" sz="2000" dirty="0"/>
              <a:t>.</a:t>
            </a:r>
          </a:p>
          <a:p>
            <a:r>
              <a:rPr lang="en-US" sz="2000" dirty="0"/>
              <a:t>Accurately classified parking slots as </a:t>
            </a:r>
            <a:r>
              <a:rPr lang="en-US" sz="2000" b="1" dirty="0"/>
              <a:t>Occupied</a:t>
            </a:r>
            <a:r>
              <a:rPr lang="en-US" sz="2000" dirty="0"/>
              <a:t> or </a:t>
            </a:r>
            <a:r>
              <a:rPr lang="en-US" sz="2000" b="1" dirty="0"/>
              <a:t>Free</a:t>
            </a:r>
            <a:r>
              <a:rPr lang="en-US" sz="2000" dirty="0"/>
              <a:t> using image processing techniques.</a:t>
            </a:r>
          </a:p>
          <a:p>
            <a:r>
              <a:rPr lang="en-US" sz="2000" dirty="0"/>
              <a:t>Provided real-time visualization and slot count display.</a:t>
            </a:r>
          </a:p>
          <a:p>
            <a:r>
              <a:rPr lang="en-US" sz="2000" dirty="0"/>
              <a:t>Reduced dependency on hardware sensors, making the system cost-effective.</a:t>
            </a:r>
          </a:p>
          <a:p>
            <a:r>
              <a:rPr lang="en-US" sz="2000" dirty="0"/>
              <a:t>Demonstrated practical application of OpenCV in smart parking solutions.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332A9D-E157-9BBE-5484-C1DC0FE0E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77" y="249810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Implement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models (YOLO / CNN)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higher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Automate parking slot detection (remove manual marking).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Integrate with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dashboard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remote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Develop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application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show live parking availability.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Store historical data for analytics and smart traffic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Deploy in real-world environments like malls, campuses, and smart cities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8A5826-B87C-881A-9F93-DC4635D5C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047" y="227098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OpenCV Official Documentation –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https://opencv.org/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 Documentation –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https://numpy.org/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Software Foundation – Python Documentation –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https://docs.python.org/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papers on Smart Parking Systems using Computer Vision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tutorials and GitHub repositories related to parking space detection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 https://github.com/yashithaibmskillsbuild-netizen/AICTE-TASK-PARKING-SPACE-DETECTION-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1058</TotalTime>
  <Words>650</Words>
  <Application>Microsoft Office PowerPoint</Application>
  <PresentationFormat>Widescreen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PARKING SPACE DETECTION USING YOLOv8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yashitha2874@outlook.com</cp:lastModifiedBy>
  <cp:revision>38</cp:revision>
  <dcterms:created xsi:type="dcterms:W3CDTF">2021-05-26T16:50:10Z</dcterms:created>
  <dcterms:modified xsi:type="dcterms:W3CDTF">2026-02-18T05:49:43Z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